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207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3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189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9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7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0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6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D48AD91-DAED-4A59-87F7-33FD6E0507A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A9414EF-4270-4509-AD47-33365D29A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50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haelgov-ctrl/asynchrony/" TargetMode="External"/><Relationship Id="rId2" Type="http://schemas.openxmlformats.org/officeDocument/2006/relationships/hyperlink" Target="https://kristoff.it/blog/asynchrony-is-not-concurrenc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98D2-D299-0BBD-5E62-F4E7FCFC1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500" y="404812"/>
            <a:ext cx="4838700" cy="3303587"/>
          </a:xfrm>
        </p:spPr>
        <p:txBody>
          <a:bodyPr>
            <a:normAutofit/>
          </a:bodyPr>
          <a:lstStyle/>
          <a:p>
            <a:r>
              <a:rPr lang="en-US" sz="4800" b="1" dirty="0"/>
              <a:t>Asynchrony</a:t>
            </a:r>
            <a:br>
              <a:rPr lang="en-US" sz="4800" b="1" dirty="0"/>
            </a:br>
            <a:r>
              <a:rPr lang="en-US" sz="4800" b="1" dirty="0"/>
              <a:t>	 -</a:t>
            </a:r>
            <a:r>
              <a:rPr lang="en-US" sz="4800" b="1" dirty="0" err="1"/>
              <a:t>isnot</a:t>
            </a:r>
            <a:r>
              <a:rPr lang="en-US" sz="4800" b="1" dirty="0"/>
              <a:t> Concurrency</a:t>
            </a:r>
            <a:br>
              <a:rPr lang="en-US" sz="4800" b="1" dirty="0"/>
            </a:b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D4C0D-67B5-E8A3-96B8-AABA368A6255}"/>
              </a:ext>
            </a:extLst>
          </p:cNvPr>
          <p:cNvSpPr txBox="1"/>
          <p:nvPr/>
        </p:nvSpPr>
        <p:spPr>
          <a:xfrm>
            <a:off x="6330950" y="2387600"/>
            <a:ext cx="4902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Asynchrony</a:t>
            </a:r>
            <a:r>
              <a:rPr lang="en-US" dirty="0"/>
              <a:t>: the possibility for tasks to run out of order and still be correct.</a:t>
            </a:r>
          </a:p>
          <a:p>
            <a:endParaRPr lang="en-US" dirty="0"/>
          </a:p>
          <a:p>
            <a:r>
              <a:rPr lang="en-US" b="1" dirty="0"/>
              <a:t>Concurrency</a:t>
            </a:r>
            <a:r>
              <a:rPr lang="en-US" dirty="0"/>
              <a:t>: the ability of a system to progress multiple tasks at a time, be it via parallelism or task switching.</a:t>
            </a:r>
          </a:p>
          <a:p>
            <a:endParaRPr lang="en-US" b="1" dirty="0"/>
          </a:p>
          <a:p>
            <a:r>
              <a:rPr lang="en-US" b="1" dirty="0"/>
              <a:t>Parallelism</a:t>
            </a:r>
            <a:r>
              <a:rPr lang="en-US" dirty="0"/>
              <a:t>: the ability of a system to execute more than one task simultaneously at the physical level.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6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wearing a santa hat&#10;&#10;AI-generated content may be incorrect.">
            <a:extLst>
              <a:ext uri="{FF2B5EF4-FFF2-40B4-BE49-F238E27FC236}">
                <a16:creationId xmlns:a16="http://schemas.microsoft.com/office/drawing/2014/main" id="{4960EBF9-F35E-E65E-6A75-911D69FEB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2493486"/>
            <a:ext cx="4943475" cy="278070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A5931BC-F7C7-0B36-D7B3-8CFEC532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429260"/>
            <a:ext cx="5443728" cy="1325562"/>
          </a:xfrm>
        </p:spPr>
        <p:txBody>
          <a:bodyPr/>
          <a:lstStyle/>
          <a:p>
            <a:r>
              <a:rPr lang="en-US" b="1" dirty="0"/>
              <a:t>What’s the point?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86DF8-4694-BD04-1358-60BC8E3680D5}"/>
              </a:ext>
            </a:extLst>
          </p:cNvPr>
          <p:cNvSpPr txBox="1"/>
          <p:nvPr/>
        </p:nvSpPr>
        <p:spPr>
          <a:xfrm>
            <a:off x="6438900" y="2690336"/>
            <a:ext cx="4254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allowing the deduplication of the concepts of asynchrony and concurrency is why we have async function coloring in languages like JavaScript.</a:t>
            </a:r>
          </a:p>
        </p:txBody>
      </p:sp>
    </p:spTree>
    <p:extLst>
      <p:ext uri="{BB962C8B-B14F-4D97-AF65-F5344CB8AC3E}">
        <p14:creationId xmlns:p14="http://schemas.microsoft.com/office/powerpoint/2010/main" val="139460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B8DE-3B64-EF65-03D0-E1DB58F2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07" y="721900"/>
            <a:ext cx="9692640" cy="1325562"/>
          </a:xfrm>
        </p:spPr>
        <p:txBody>
          <a:bodyPr/>
          <a:lstStyle/>
          <a:p>
            <a:r>
              <a:rPr lang="en-US" b="1" dirty="0"/>
              <a:t>What does asynchrony look like?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D66D8-11EE-5C8E-3318-F7ACF3DCD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47462"/>
            <a:ext cx="5196078" cy="1181100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We’ll know it when we see it, to the demo!</a:t>
            </a:r>
          </a:p>
        </p:txBody>
      </p:sp>
    </p:spTree>
    <p:extLst>
      <p:ext uri="{BB962C8B-B14F-4D97-AF65-F5344CB8AC3E}">
        <p14:creationId xmlns:p14="http://schemas.microsoft.com/office/powerpoint/2010/main" val="417468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D5FE-7C29-BBB0-9858-0666747F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 is this useful for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EF6E5-F88D-7D80-DEC0-6FD642FA5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Potentially yes, if it helps you reason about the requirements of a system.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And who doesn’t love a </a:t>
            </a:r>
            <a:r>
              <a:rPr lang="en-US" sz="2800"/>
              <a:t>new word?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But it may just be another word to store in the </a:t>
            </a:r>
            <a:r>
              <a:rPr lang="en-US" sz="2800" dirty="0" err="1"/>
              <a:t>bikeshed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132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DAD3-5B0E-1E6C-6D2B-9B22BF0F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84DBC-B483-7F24-533A-3FCBE2C4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https://kristoff.it/blog/asynchrony-is-not-concurrency/</a:t>
            </a:r>
            <a:endParaRPr lang="en-US" dirty="0"/>
          </a:p>
          <a:p>
            <a:r>
              <a:rPr lang="en-US" dirty="0">
                <a:hlinkClick r:id="rId3"/>
              </a:rPr>
              <a:t>https://github.com/michaelgov-ctrl/asynchrony/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28624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34</TotalTime>
  <Words>176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Asynchrony   -isnot Concurrency </vt:lpstr>
      <vt:lpstr>What’s the point?</vt:lpstr>
      <vt:lpstr>What does asynchrony look like? </vt:lpstr>
      <vt:lpstr>So is this useful for us?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Governanti</dc:creator>
  <cp:lastModifiedBy>Michael Governanti</cp:lastModifiedBy>
  <cp:revision>8</cp:revision>
  <dcterms:created xsi:type="dcterms:W3CDTF">2025-11-06T21:12:26Z</dcterms:created>
  <dcterms:modified xsi:type="dcterms:W3CDTF">2025-11-06T21:47:22Z</dcterms:modified>
</cp:coreProperties>
</file>